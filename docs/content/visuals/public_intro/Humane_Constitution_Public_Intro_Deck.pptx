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c8829250b478b" /><Relationship Type="http://schemas.openxmlformats.org/officeDocument/2006/relationships/extended-properties" Target="/docProps/app.xml" Id="R7fbe6138f8674bcc" /><Relationship Type="http://schemas.openxmlformats.org/officeDocument/2006/relationships/officeDocument" Target="/ppt/presentation.xml" Id="Rd110ed980e2b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5db8a343949fb"/>
  </p:sldMasterIdLst>
  <p:notesMasterIdLst>
    <p:notesMasterId xmlns:r="http://schemas.openxmlformats.org/officeDocument/2006/relationships" r:id="R699057f844a94c8e"/>
  </p:notesMasterIdLst>
  <p:sldIdLst>
    <p:sldId xmlns:r="http://schemas.openxmlformats.org/officeDocument/2006/relationships" id="256" r:id="Raf3325b489cf470c"/>
    <p:sldId xmlns:r="http://schemas.openxmlformats.org/officeDocument/2006/relationships" id="257" r:id="R86b1d1cff6e04b45"/>
    <p:sldId xmlns:r="http://schemas.openxmlformats.org/officeDocument/2006/relationships" id="258" r:id="R94bf9b949cb34505"/>
    <p:sldId xmlns:r="http://schemas.openxmlformats.org/officeDocument/2006/relationships" id="259" r:id="R8bf0345fa1474274"/>
    <p:sldId xmlns:r="http://schemas.openxmlformats.org/officeDocument/2006/relationships" id="260" r:id="Ra3db4d1c09b14c6f"/>
    <p:sldId xmlns:r="http://schemas.openxmlformats.org/officeDocument/2006/relationships" id="261" r:id="R624951bc253446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5db8a343949fb" /><Relationship Type="http://schemas.openxmlformats.org/officeDocument/2006/relationships/theme" Target="/ppt/theme/theme1.xml" Id="R30dbe3909f2e4653" /><Relationship Type="http://schemas.openxmlformats.org/officeDocument/2006/relationships/notesMaster" Target="/ppt/notesMasters/notesMaster1.xml" Id="R699057f844a94c8e" /><Relationship Type="http://schemas.openxmlformats.org/officeDocument/2006/relationships/presProps" Target="/ppt/presProps.xml" Id="R047a3b38b9fc4585" /><Relationship Type="http://schemas.openxmlformats.org/officeDocument/2006/relationships/viewProps" Target="/ppt/viewProps.xml" Id="Rf2cfcf448ecf4e91" /><Relationship Type="http://schemas.openxmlformats.org/officeDocument/2006/relationships/tableStyles" Target="/ppt/tableStyles.xml" Id="Rad52b328c9ef4547" /><Relationship Type="http://schemas.openxmlformats.org/officeDocument/2006/relationships/slide" Target="/ppt/slides/slide1.xml" Id="Raf3325b489cf470c" /><Relationship Type="http://schemas.openxmlformats.org/officeDocument/2006/relationships/slide" Target="/ppt/slides/slide2.xml" Id="R86b1d1cff6e04b45" /><Relationship Type="http://schemas.openxmlformats.org/officeDocument/2006/relationships/slide" Target="/ppt/slides/slide3.xml" Id="R94bf9b949cb34505" /><Relationship Type="http://schemas.openxmlformats.org/officeDocument/2006/relationships/slide" Target="/ppt/slides/slide4.xml" Id="R8bf0345fa1474274" /><Relationship Type="http://schemas.openxmlformats.org/officeDocument/2006/relationships/slide" Target="/ppt/slides/slide5.xml" Id="Ra3db4d1c09b14c6f" /><Relationship Type="http://schemas.openxmlformats.org/officeDocument/2006/relationships/slide" Target="/ppt/slides/slide6.xml" Id="R624951bc2534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283e686d600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cd487ffd847fe" /><Relationship Type="http://schemas.openxmlformats.org/officeDocument/2006/relationships/notesMaster" Target="/ppt/notesMasters/notesMaster1.xml" Id="R2a5871ad27254f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51cb4833fd4ef7" /><Relationship Type="http://schemas.openxmlformats.org/officeDocument/2006/relationships/notesMaster" Target="/ppt/notesMasters/notesMaster1.xml" Id="Rab6d0c435e2144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9d079153345f6" /><Relationship Type="http://schemas.openxmlformats.org/officeDocument/2006/relationships/notesMaster" Target="/ppt/notesMasters/notesMaster1.xml" Id="R1e2e3a0c998a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3e8daae7bc4b8e" /><Relationship Type="http://schemas.openxmlformats.org/officeDocument/2006/relationships/notesMaster" Target="/ppt/notesMasters/notesMaster1.xml" Id="R73bee432581c4d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db8cce16624dac" /><Relationship Type="http://schemas.openxmlformats.org/officeDocument/2006/relationships/notesMaster" Target="/ppt/notesMasters/notesMaster1.xml" Id="R6abc5308a50d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42c70138064af4" /><Relationship Type="http://schemas.openxmlformats.org/officeDocument/2006/relationships/notesMaster" Target="/ppt/notesMasters/notesMaster1.xml" Id="Rbc4327bd580d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diagnosis, not with ideology. This is a systems design argument about how wealth becomes coercion when one money rail does too much.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docs/content/First_60_Second_Explainer.md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structural. The issue is not that money exists; it is that one balance is asked to do every social job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crisp. It is the shortest high-level map of the entire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docs/content/First_60_Second_Explainer.md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 the difference between the labels and the wall between them. The separation is the actual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Citizen_Facing_Rights_Layer.md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skeptical-audience slide. Treat the objections as serious and answer them precisely.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Citizen_Facing_Rights_Layer.md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thesis as an open question worth testing, not as a finished boast.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Citizen_Facing_Rights_Layer.md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05c5307d84a5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74E8E1D-DDBD-4815-8EFD-B8D2EA457B8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6994BD3-D0DB-44DA-8884-472AB055DF7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A1596D-0F57-4E49-9D02-494905C1E11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553BCB-0D97-4E2B-A84F-988CF8E54B3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b603c2d4d34154" /><Relationship Type="http://schemas.openxmlformats.org/officeDocument/2006/relationships/slideLayout" Target="/ppt/slideLayouts/slideLayout2.xml" Id="R7988d815b5124e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F55036-64E2-4207-88F2-07F405DDDA5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8d815b5124e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64eecaf2a84a44" /><Relationship Type="http://schemas.openxmlformats.org/officeDocument/2006/relationships/notesSlide" Target="/ppt/notesSlides/notesSlide1.xml" Id="R500735c199c446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bd802e2d50407f" /><Relationship Type="http://schemas.openxmlformats.org/officeDocument/2006/relationships/notesSlide" Target="/ppt/notesSlides/notesSlide2.xml" Id="R0328ced928cc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db4e9c3234f95" /><Relationship Type="http://schemas.openxmlformats.org/officeDocument/2006/relationships/notesSlide" Target="/ppt/notesSlides/notesSlide3.xml" Id="R0be3837d99a746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646a6bf4784bc1" /><Relationship Type="http://schemas.openxmlformats.org/officeDocument/2006/relationships/notesSlide" Target="/ppt/notesSlides/notesSlide4.xml" Id="R52fe4bc9a4a64d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dfbe0276e4378" /><Relationship Type="http://schemas.openxmlformats.org/officeDocument/2006/relationships/notesSlide" Target="/ppt/notesSlides/notesSlide5.xml" Id="R06e9b0326fd741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748c2578e4637" /><Relationship Type="http://schemas.openxmlformats.org/officeDocument/2006/relationships/notesSlide" Target="/ppt/notesSlides/notesSlide6.xml" Id="R7e1fd51c42dc4d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5A9DE-6C26-4BE0-8C89-C59B182E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AA815-71D0-45D9-9748-D1F84A67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B3D53-FE90-4C6C-B23E-98F931B9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51B05-6374-47B4-BFAD-A90B4CB6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5C5B-9A3F-47C9-8FB2-93640778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700F8-7AAF-4384-A01B-47D9E53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F71D3-D977-4810-9AC7-6CFA4F5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6B6A8-E672-4858-A85B-D59F132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A9F31-09EA-489E-B495-2529304F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155A0-6243-49D0-A889-DDAB62C8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CFC5F-120E-4C68-89E4-33DFB84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Constitution for a Humane Civilization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A7D10-9A05-44DB-8BF6-4EC4A2F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The Humane Constitution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41BA4-75A2-4CD1-ACA2-9D09B831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constitutional design for unconditional survival, productive markets, and governance that cannot be purchased.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96004-C4E2-43B6-869A-0521443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5E622-1EB2-4C57-9CA2-D5F72E0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Survival, markets, and governance should not ride on the same rail.</a:t>
            </a:r>
          </a:p>
        </p:txBody>
      </p:sp>
    </p:spTree>
    <p:extLst>
      <p:ext uri="{BB962C8B-B14F-4D97-AF65-F5344CB8AC3E}">
        <p14:creationId xmlns:p14="http://schemas.microsoft.com/office/powerpoint/2010/main" val="2130985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8395C-CD2C-4F78-B4B3-B1779683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FF1D5-0A2C-4984-AA49-3C7FA616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A3777-60E4-4C29-B92F-9579A04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381F3-789D-4EDA-9325-B7011644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D68B6-3F1A-41DE-9065-15BC12E6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B8F10-FB66-4CC9-AB94-35230F0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2F23C-131E-4E2C-B014-0CBE89AD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81A6F-E1FF-4C4C-B4F0-E915DECF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918B7-10CF-41AA-97CB-4FC814DD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D64B0-D64D-4625-99B2-59A77AF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THE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48DBA-9D27-4173-97C3-4F3AD60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5C61-2099-4D27-903E-7735634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34CDA-6902-401A-854B-7E4DC3A0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C26A8-4A07-4BE4-85E7-DD1FC7F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One money rail ends up deciding too much.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3A3A7-27BA-415D-AC24-B683D8A7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When the same money governs survival, enterprise, and political access, wealth turns into coercion.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9DD31-C3D2-4CD3-B533-376764CD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D3782-CABE-4531-A671-D596935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63196-632E-449E-94AC-CA23FB8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E5A6D-C184-4D66-B668-09E9371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576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419C3-B668-47F6-823E-C0EEAA7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814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89ACC-910E-4652-BC13-454BBAD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2475D-ECDF-4448-8D60-99BC3B58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Survival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619FD-8A05-4A8D-A856-D59433DC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If food, shelter, medicines,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basic transit depend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entirely on income,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insecurity becomes leverage.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AB257-7F42-42A4-9F6D-9DD1B927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E10C7-F501-41FA-B285-E32E4F4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DFA4A-D41A-4A3B-80B8-90A9A578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D016D-6D15-41BE-B5D7-969142CD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50CBE-E5BA-45CC-9D18-8F154F90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F1A641-E639-4C8E-ADEC-23ADEB3B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195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12BBD-2907-4D17-BFFA-E22FA65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Markets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76F2BA-6DD2-4507-89C5-D0461C0C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Markets should help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coordinate production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exchange, not decide who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deserves dignity or basic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safety.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B1CE0-164C-440F-9116-C2A24316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F69347-0CCD-4DE8-87CB-555DDA2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1658BA-5556-4EFE-ADC9-E16F0F9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6D949A-8F8F-481E-BFD2-FA9CF6D6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243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F1863-B6B7-42BE-B6EC-6ED9D32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100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13984D-8F41-4047-A0EA-EFB14B2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957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A4323-F65C-4FE8-9A75-689EC6C8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Governance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EA9606-1D6C-4592-BBCF-B6DA2060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If wealth can quietly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purchase influence,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institutional access,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political insulation, power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compounds itself.</a:t>
            </a:r>
          </a:p>
        </p:txBody>
      </p:sp>
    </p:spTree>
    <p:extLst>
      <p:ext uri="{BB962C8B-B14F-4D97-AF65-F5344CB8AC3E}">
        <p14:creationId xmlns:p14="http://schemas.microsoft.com/office/powerpoint/2010/main" val="1662412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400D8-3432-4B71-8CB6-C7530E73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32B4-2EEB-4B17-9C76-75523CB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D7E6F-FA5A-4713-821D-80C5C437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29990-FAD3-46A0-B75F-D2FBDD0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38958-9EB3-47AD-BDCB-7D08A43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4C065-A340-4BFE-B733-16F3ED68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69A78-8682-4D80-8768-94359E87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C2FDC-26D7-4E9A-9F4B-5345AA3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FDA02-B4EF-4D0B-B20F-2119225C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5F11F-A70C-4254-9D8D-2DB611AA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THE CORE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941B0-6435-456C-8CE7-CE5DF945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C36FC-DA3D-4693-BC04-984E518B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C489C-F9C1-4486-8372-485144F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B0EC1-63D6-453F-A5E9-73D28387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Separate the functions instead of trusting one balance to do every job.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9281A-969C-4F41-8122-FB11A86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design keeps different social functions on different rails so they cannot silently collapse back into one lane of power.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001E2-6BF5-4DD9-AC49-CDFDE70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C28E4-E555-42AE-9DB8-5129C84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D7069-CF69-4902-AAEF-318A336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B7FE8-E85B-49AF-A675-293002D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26C62-6B2F-47ED-90A9-6885B0E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survival secure / markets function / wealth cannot buy civic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D9505-7525-471A-A5BF-EAECD2F5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74CED-FCBD-4150-A9D5-A108DB7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7BDBD-A9FE-46DC-A7AD-ED288DBC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72BD3-DC12-4588-9B49-CA348126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instruments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97914-7512-489C-9CDE-AA906BB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Flow, Essential Access, Voice, Service Record, Shared Storehouse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F0BDA-7AAF-4F8A-99BF-A4C0B487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20E27-C43F-420E-B114-873CB66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1F1B8-2329-48B7-BC6A-CF8434C1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300F0-BD7E-4320-A707-A6E04A91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core diagnosis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B0C1AE-5E5F-401A-B61D-871E1ABF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wealth becomes coercion when survival, markets, and governance share one rail</a:t>
            </a:r>
          </a:p>
        </p:txBody>
      </p:sp>
    </p:spTree>
    <p:extLst>
      <p:ext uri="{BB962C8B-B14F-4D97-AF65-F5344CB8AC3E}">
        <p14:creationId xmlns:p14="http://schemas.microsoft.com/office/powerpoint/2010/main" val="97448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FB452-E2F3-4459-9802-EF5BE2B3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77641-9BC5-42BB-A7C5-789D28A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2AFAB-E06D-480E-ACB0-B495C888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0509B-EC35-45EC-8A9F-1390AE4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62F11-00BA-4276-9371-F5B6C3C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2D07F-7DB1-4FDF-BA7D-DD00036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72A25-1E5B-4139-A75A-C1153F1E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D187A-EB39-47F4-B918-385EDAD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B59D6-F1E4-4C8B-AEA1-83961F9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B65F5-C0DC-4633-A528-5E1662E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THE FIVE INSTRUMENTS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A7CF3-64E6-416E-9C1F-08B065E3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27E94-97A7-44C2-AE69-F0FE9B8E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3FFE6-2BA1-4B86-9927-8508FA54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06C06-4BBD-48B7-B98F-B8D4EBD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Five tools. Five jobs. Hard walls between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64D96-1D82-44BB-B0EC-8EB722F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names matter less than the boundaries: each instrument is prevented from quietly doing the wrong job.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4EB69-3629-4DAD-A94F-59A0C6F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39719-416B-49B5-ADDA-14573DB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AD293-3029-4786-84A2-287CF2A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B49"/>
                </a:solidFill>
              </a:defRPr>
            </a:pPr>
            <a:r>
              <a:rPr sz="1275" b="1">
                <a:solidFill>
                  <a:srgbClr val="116B49"/>
                </a:solidFill>
              </a:rPr>
              <a:t>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8801C-BC9C-46CC-A7EB-16A71AE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Market money for wages,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prices, contracts, saving,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enterprise.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B4985-A2C0-4C4B-94EA-B83AB3EB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1555A-B46D-4947-B2C1-688E927C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1F644-2E37-41B7-BE4F-A17D16C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B49"/>
                </a:solidFill>
              </a:defRPr>
            </a:pPr>
            <a:r>
              <a:rPr sz="1275" b="1">
                <a:solidFill>
                  <a:srgbClr val="116B49"/>
                </a:solidFill>
              </a:rPr>
              <a:t>Essential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909C8C-3283-429C-9FE9-C435E158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0520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survival floor for food,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water, shelter, essential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healthcare and medicines, and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basic transit.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2F508-74D6-4954-AC7C-1293FFEB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1465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9ED40-5758-4BDC-A7B8-462EBAF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146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8DC97-76AB-48D3-A656-BCE2F8A3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B49"/>
                </a:solidFill>
              </a:defRPr>
            </a:pPr>
            <a:r>
              <a:rPr sz="1275" b="1">
                <a:solidFill>
                  <a:srgbClr val="116B49"/>
                </a:solidFill>
              </a:rPr>
              <a:t>Voice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36381-6ED1-449C-B861-24C7010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Bounded civic agenda-setting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budget prioritization.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955DD-53F5-4236-B571-EB9E6AF2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16B7E-4F7D-431C-B377-DD004C8B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0B77E-BA76-44F1-BBC3-326E94A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10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B49"/>
                </a:solidFill>
              </a:defRPr>
            </a:pPr>
            <a:r>
              <a:rPr sz="1275" b="1">
                <a:solidFill>
                  <a:srgbClr val="116B49"/>
                </a:solidFill>
              </a:rPr>
              <a:t>Service Record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9A988-518B-4591-92D5-B0A0D21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101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Readiness to serve in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rotating public roles.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B0FD29-6989-463D-ADFA-35F16DC1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48C04-706F-4820-8C44-660E904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9D036B-F8CB-4CA0-AA8A-962D54BC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B49"/>
                </a:solidFill>
              </a:defRPr>
            </a:pPr>
            <a:r>
              <a:rPr sz="1275" b="1">
                <a:solidFill>
                  <a:srgbClr val="116B49"/>
                </a:solidFill>
              </a:rPr>
              <a:t>Shared Storehouse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E07B1-E889-49B9-8A2E-D5701CF6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Temporary emergency rationing</a:t>
            </a:r>
          </a:p>
          <a:p xmlns:a="http://schemas.openxmlformats.org/drawingml/2006/main"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during verified shortage.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E9ED3-E7E3-4ABF-A966-32321FB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6"/>
                </a:solidFill>
              </a:defRPr>
            </a:pPr>
            <a:r>
              <a:rPr sz="1125" b="0">
                <a:solidFill>
                  <a:srgbClr val="687076"/>
                </a:solidFill>
              </a:rPr>
              <a:t>The point is not the labels alone. The point is the wall between them.</a:t>
            </a:r>
          </a:p>
        </p:txBody>
      </p:sp>
    </p:spTree>
    <p:extLst>
      <p:ext uri="{BB962C8B-B14F-4D97-AF65-F5344CB8AC3E}">
        <p14:creationId xmlns:p14="http://schemas.microsoft.com/office/powerpoint/2010/main" val="376883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3337A-FA11-48A1-8233-F090BF42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444A7-D4D9-444B-A50A-09977D2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26990-D4AC-4F76-B07C-42F562D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BB9EF-9907-4894-AD5F-1284054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9C73-8FA1-4312-A6B0-F855E83B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7DF2C-8CA0-4D43-BAE3-023D6A0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58DE5-54AE-4344-873F-29F16915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BE498-08FA-44C8-9C63-3B76D964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A6E51-AC3E-420E-A2A0-0D8F6352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8E4FC-70AB-42A4-A2D1-F5AA3A54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WHAT IT IS NOT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E4E37-ECF4-4AF4-8314-9B3DDF72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F435A-4FB2-4EEA-98C7-0DECD1B4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30212-D9E7-486C-BC15-D5DD6E81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531CE-65F8-457E-B1E1-0FFD5945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Not a command economy. Not social credit. Not rollout theater.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F0DB1-0F53-4704-8D6C-A5BBDC87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project is trying to solve a specific structural problem without pretending the hard parts are already solved.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2396C-3425-4674-9579-55B288E2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341BF-0E56-48BA-9475-E48AF42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48077-5BC3-4584-A111-5E9F6712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C736D-742E-4A99-9849-26F34D49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576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C35FC-90D4-4637-AFB0-26EE0C4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814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471AE-D69B-4A41-B228-2552E88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CCCF5-E4CC-4E34-8FAA-8682D31E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Not a command economy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0EEAD-993F-425E-B5BF-12386B8D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Flow still runs markets,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prices, contracts, wages,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saving, and enterprise.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design limits what money can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buy.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682CD-162A-4870-ACA0-9CB16A49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7B168-D889-4E7A-9CC4-87E29BE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40AF2-7140-43FD-B3A0-D3356914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BD644-D2D4-43F2-BCFA-0FC5794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71E16-209C-4BDC-AB6F-4E3E41AC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C7D0C-D69E-4911-B222-3546D64A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195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017C7-6732-4380-87D1-21E3E1E9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Not social credit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545946-F5A5-47A5-850C-B88313B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Voice and Service Record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cannot buy goods, rights,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immunity, or survival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access. Human worth is never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measured.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4502BB-AF38-4D7B-94EE-94191E3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69587-93CB-4DFC-B373-1921C359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276A94-ADEC-4624-8DAD-9CFF6B60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20860C-C5C4-44FC-B51C-EED2EF3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243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06532B-8C9B-4FD6-90D8-A25F32AF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100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DE98A2-30C8-4688-B849-27FAA0E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957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1C71D1-691B-45C3-B96C-F49323F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Not launch-ready hype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CF0D52-F8FB-417C-9E7D-9234B8C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repo is strong as 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design and documentation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project, but it still needs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pilots, identity proof,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founding legitimacy.</a:t>
            </a:r>
          </a:p>
        </p:txBody>
      </p:sp>
    </p:spTree>
    <p:extLst>
      <p:ext uri="{BB962C8B-B14F-4D97-AF65-F5344CB8AC3E}">
        <p14:creationId xmlns:p14="http://schemas.microsoft.com/office/powerpoint/2010/main" val="979197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03D9B-420F-49E9-ADE9-0786BE2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9F675-E3B9-458E-BA51-D9CEAAD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CCACA-12F7-4C6B-9693-A8B20D3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C194A-EE97-45FE-887E-00A257B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19150"/>
            <a:ext cx="171450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85666-94E0-4D4C-B79D-886CECA3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3119B-E684-42B0-B78D-00C7AE16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A81A-3CC2-4351-A18C-C4E5A3E5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0CAFB-21DD-4AB4-A06A-ABABFFE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066800"/>
            <a:ext cx="571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8A70F-CF6C-4279-8FCF-2DB03CC6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BECC5-FEE7-4423-97F7-4015426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C1E20-ABE1-4A8C-84AE-6C1F2C2D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READ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776F9-86EC-478F-8437-A7A7EE9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BD7A5-107F-4537-90B1-4612C08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56FD4-1A20-485E-8FF5-51D4953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55C72-7293-49A0-BA61-08996069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Treat it seriously: read it, stress-test it, then criticize it specifically.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F3D5-788E-45B7-A9C5-A3CDA88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strongest response to this project is not blind belief or easy dismissal. It is hard testing.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434C6-2875-4397-AE4E-DE3FE53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B8937-19D3-4EBE-96AC-22D537AF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3087A-B840-4710-8453-10DEAB83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702C4-FBA5-461A-9AB3-BA27927C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576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C5A4F-1F98-4ECC-9D38-89663379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814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77F2B-ADA3-4793-958C-B3675A4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042AC-DA7D-420C-9020-E9B90795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Start here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5E4F1-C88F-4256-B0F6-206BCA0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One-Page Overview, White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Paper, and the Rights Layer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explain the public case.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D0089-A45C-4FE0-9CED-7564AC4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C5B5E-5B1A-438A-BF47-04C2B32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04459-ACBE-42B2-8655-7B638715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A67A0-CD2F-4215-9BB7-1A684FC1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791C3-DCD5-4E65-8CD0-515D6A4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57D43-98E4-4D1C-923D-4FB18DB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195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A647C-42B3-4B5E-B739-2B4DB48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Pressure 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5D854-E604-46E5-A49F-6F809467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The Threat Register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Patch Log show where the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design thinks it can fail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and how it is trying to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harden itself.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9EEE43-8DE3-4CD7-8B7A-8D8A9CDE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52850"/>
            <a:ext cx="33845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81427E-50CE-4761-8F10-1A0D5109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5285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F4B30-C1D1-4BF8-BD50-490E3EE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9CB046-8D7C-4708-8A07-A7D8A0D0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243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FB33B8-44D2-4E17-9587-6A83E005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100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AF2377-E076-415F-A467-F98502F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957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0D4AAB-698C-42A6-BC72-27F07382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624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The real question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BA6540-3D48-4058-AD83-2B42BE9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72000"/>
            <a:ext cx="292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Can survival, markets, and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governance be separated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strongly enough to stop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wealth from becoming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coercion?</a:t>
            </a:r>
          </a:p>
        </p:txBody>
      </p:sp>
    </p:spTree>
    <p:extLst>
      <p:ext uri="{BB962C8B-B14F-4D97-AF65-F5344CB8AC3E}">
        <p14:creationId xmlns:p14="http://schemas.microsoft.com/office/powerpoint/2010/main" val="352472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2026-04-23T04:26:38.7110000Z</dcterms:created>
  <dcterms:modified xsi:type="dcterms:W3CDTF">2026-04-23T04:26:38.7110000Z</dcterms:modified>
</coreProperties>
</file>